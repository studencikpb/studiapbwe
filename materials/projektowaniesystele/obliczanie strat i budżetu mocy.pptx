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0664B4-6357-3EAE-F862-9A6E125FD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1D3C020-1AF0-4F24-BD3B-3AC4EF278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73E7926-48A8-722E-B187-39D80079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25380-2662-4114-A71F-19EC18385B7D}" type="datetimeFigureOut">
              <a:rPr lang="pl-PL" smtClean="0"/>
              <a:t>15.06.2024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E217535-6F2E-278E-5B4A-8992C0AB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13927C1-9C7B-8A7C-B33A-5F4925D4E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162-B8B4-4949-AB1C-983D59597D4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4468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982464-0D55-361C-55A4-54EB9791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D43855E-AFBB-6FC8-5822-4191ADADB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91386B2-6BA2-4141-8A75-96BB8B5B6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25380-2662-4114-A71F-19EC18385B7D}" type="datetimeFigureOut">
              <a:rPr lang="pl-PL" smtClean="0"/>
              <a:t>15.06.2024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9B8697F-150C-7E26-9B18-58415706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32A6D19-66B9-1383-3C0A-E3B09910C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162-B8B4-4949-AB1C-983D59597D4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725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52045C-B60C-DA83-875E-15FDBA9AA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D008926-D33F-4C19-6159-5336F1880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088A5BA-5151-1B6E-4AE4-D1FDFEE95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25380-2662-4114-A71F-19EC18385B7D}" type="datetimeFigureOut">
              <a:rPr lang="pl-PL" smtClean="0"/>
              <a:t>15.06.2024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F33CDEE-51AE-5468-D891-C6F25895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7CCC042-3BB0-ABDB-E041-51C79DB0A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162-B8B4-4949-AB1C-983D59597D4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124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D9D335-3C49-C435-1B84-300F8DA00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C21903-1310-DA6E-1CC1-88DAA64E5E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181854C-F037-801A-F7FC-DC0FB8233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84A3B84-CFB7-0237-D139-1D269371E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25380-2662-4114-A71F-19EC18385B7D}" type="datetimeFigureOut">
              <a:rPr lang="pl-PL" smtClean="0"/>
              <a:t>15.06.2024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AA55CE7-8912-3617-3E56-D3B3D8FB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8F28355-9046-4ECD-5826-9775832D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162-B8B4-4949-AB1C-983D59597D4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1249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1C41C8-F136-006F-CD54-2384AAAFE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814BEA1-93B7-1306-48D7-A5BB43952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031F8E5-AE4F-CB12-9829-7B21F2E8E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6A135A80-CD53-F751-68EC-ECB292DDA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57C5736D-F84D-8307-0637-FD547504D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AC2753F-48EF-45D3-EC2E-49BDCD89D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25380-2662-4114-A71F-19EC18385B7D}" type="datetimeFigureOut">
              <a:rPr lang="pl-PL" smtClean="0"/>
              <a:t>15.06.2024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C9866DD-A4D0-B95F-3270-DE33D67F3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E23FA9A5-02F9-F641-CDE6-E3261229B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162-B8B4-4949-AB1C-983D59597D4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717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7139AD-9709-2C89-D6D2-38D5349B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F5CD135-A0FB-847D-BFD5-68A8AA7D2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25380-2662-4114-A71F-19EC18385B7D}" type="datetimeFigureOut">
              <a:rPr lang="pl-PL" smtClean="0"/>
              <a:t>15.06.2024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4ED1270-2297-D692-E2B7-85C53528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7FA13A7-A590-3DAC-1800-ADE5F9B57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162-B8B4-4949-AB1C-983D59597D4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705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809C6B27-9889-CEDC-1D6A-3FB091F98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25380-2662-4114-A71F-19EC18385B7D}" type="datetimeFigureOut">
              <a:rPr lang="pl-PL" smtClean="0"/>
              <a:t>15.06.2024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E2B005E-DFB9-3CB2-415F-12BA996A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A10029C-455B-E9BF-528D-FC0950D4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162-B8B4-4949-AB1C-983D59597D4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690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87FA3A-FEA5-FCDB-07B0-62399630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010B1B0-B58E-1B6E-A0A5-F2A1CD43E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BD912DF-C392-5EA8-DFAA-9A2ADAF07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1A2C401-E28E-4C84-95D8-41FD12E3C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25380-2662-4114-A71F-19EC18385B7D}" type="datetimeFigureOut">
              <a:rPr lang="pl-PL" smtClean="0"/>
              <a:t>15.06.2024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C40EDE2-21E3-6228-8A1F-D416353B6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35D7AEF-CE48-3A31-EDFB-16E50F23B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162-B8B4-4949-AB1C-983D59597D4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3437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96D316-BB2D-3DD0-E648-F98078CB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66BF267-B760-06AC-C2BB-B2A71CD0DC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7BE42E4-2935-898B-2AE8-A88B71E72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60BE41A-65D1-43AC-0727-FF2D1DEFA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25380-2662-4114-A71F-19EC18385B7D}" type="datetimeFigureOut">
              <a:rPr lang="pl-PL" smtClean="0"/>
              <a:t>15.06.2024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27B32B8-985B-D88A-1F98-9D52A154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AF0EF94-2992-1BE5-17C3-EC375705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162-B8B4-4949-AB1C-983D59597D4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10461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EC5659-6A0E-A823-FBA8-329DF081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D61A0D9-C948-4555-F646-7DC9E7641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DFD6223-24D6-AAD1-DC53-7504EF62E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25380-2662-4114-A71F-19EC18385B7D}" type="datetimeFigureOut">
              <a:rPr lang="pl-PL" smtClean="0"/>
              <a:t>15.06.2024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585B93B-C29B-360D-D13D-5FCF23A5C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08908B1-0DD6-D63F-2EDB-D4CA8DAA5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162-B8B4-4949-AB1C-983D59597D4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475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44D55AA-B67F-83B1-388D-5D90B4768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941E0B4-8894-292C-C7F2-5737142B8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0F99BBF-FCE1-6E18-BC8B-35CA5D3F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25380-2662-4114-A71F-19EC18385B7D}" type="datetimeFigureOut">
              <a:rPr lang="pl-PL" smtClean="0"/>
              <a:t>15.06.2024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E4D59D6-DA39-F483-A970-5BBB683F8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5677A09-43E6-DF9F-2CDA-8289EE2B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162-B8B4-4949-AB1C-983D59597D4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0901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16D3DC0-3989-D810-4194-DD6C5C2E7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D55D562-724F-5EFC-C4DD-D62E46CDC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EDB7DED-DEB3-DBB7-69B4-0A0F51BC52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725380-2662-4114-A71F-19EC18385B7D}" type="datetimeFigureOut">
              <a:rPr lang="pl-PL" smtClean="0"/>
              <a:t>15.06.2024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0B7FF-5BC2-BDE4-1458-21966B26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CB3913B-278C-38B9-08E7-D0F55D63D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EA162-B8B4-4949-AB1C-983D59597D4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1332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8E9D3726-72E9-54B8-92EC-C79E5D9A4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042" y="1085749"/>
            <a:ext cx="4604790" cy="4356303"/>
          </a:xfrm>
          <a:prstGeom prst="rect">
            <a:avLst/>
          </a:prstGeom>
        </p:spPr>
      </p:pic>
      <p:grpSp>
        <p:nvGrpSpPr>
          <p:cNvPr id="10" name="Grupa 9">
            <a:extLst>
              <a:ext uri="{FF2B5EF4-FFF2-40B4-BE49-F238E27FC236}">
                <a16:creationId xmlns:a16="http://schemas.microsoft.com/office/drawing/2014/main" id="{307FB278-49E2-6709-5D74-EE0AEE3CC851}"/>
              </a:ext>
            </a:extLst>
          </p:cNvPr>
          <p:cNvGrpSpPr/>
          <p:nvPr/>
        </p:nvGrpSpPr>
        <p:grpSpPr>
          <a:xfrm>
            <a:off x="342900" y="1066699"/>
            <a:ext cx="6296904" cy="2762635"/>
            <a:chOff x="257175" y="266599"/>
            <a:chExt cx="6296904" cy="2762635"/>
          </a:xfrm>
        </p:grpSpPr>
        <p:pic>
          <p:nvPicPr>
            <p:cNvPr id="7" name="Obraz 6">
              <a:extLst>
                <a:ext uri="{FF2B5EF4-FFF2-40B4-BE49-F238E27FC236}">
                  <a16:creationId xmlns:a16="http://schemas.microsoft.com/office/drawing/2014/main" id="{7E147FFE-3A62-DCF2-5522-43208C107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7175" y="266599"/>
              <a:ext cx="6220693" cy="1448002"/>
            </a:xfrm>
            <a:prstGeom prst="rect">
              <a:avLst/>
            </a:prstGeom>
          </p:spPr>
        </p:pic>
        <p:pic>
          <p:nvPicPr>
            <p:cNvPr id="9" name="Obraz 8">
              <a:extLst>
                <a:ext uri="{FF2B5EF4-FFF2-40B4-BE49-F238E27FC236}">
                  <a16:creationId xmlns:a16="http://schemas.microsoft.com/office/drawing/2014/main" id="{7B6C8BE2-93E6-18C1-75DD-4FA61163B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7175" y="1714601"/>
              <a:ext cx="6296904" cy="1314633"/>
            </a:xfrm>
            <a:prstGeom prst="rect">
              <a:avLst/>
            </a:prstGeom>
          </p:spPr>
        </p:pic>
      </p:grp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EEF6319-8E60-6954-4A9D-20A0B692788C}"/>
              </a:ext>
            </a:extLst>
          </p:cNvPr>
          <p:cNvSpPr txBox="1"/>
          <p:nvPr/>
        </p:nvSpPr>
        <p:spPr>
          <a:xfrm>
            <a:off x="1495425" y="4776671"/>
            <a:ext cx="3597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Szczegółowy opis - strony 31-36 w </a:t>
            </a:r>
          </a:p>
          <a:p>
            <a:r>
              <a:rPr lang="pl-PL" dirty="0"/>
              <a:t>Planning </a:t>
            </a:r>
            <a:r>
              <a:rPr lang="pl-PL" dirty="0" err="1"/>
              <a:t>Fiberoptic</a:t>
            </a:r>
            <a:r>
              <a:rPr lang="pl-PL" dirty="0"/>
              <a:t> Networks</a:t>
            </a:r>
          </a:p>
        </p:txBody>
      </p:sp>
    </p:spTree>
    <p:extLst>
      <p:ext uri="{BB962C8B-B14F-4D97-AF65-F5344CB8AC3E}">
        <p14:creationId xmlns:p14="http://schemas.microsoft.com/office/powerpoint/2010/main" val="76293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63DCC3E0-8881-2575-78CE-0110103C7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39" y="251969"/>
            <a:ext cx="11803122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68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0B381E88-674A-992C-8183-119D32478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814022"/>
            <a:ext cx="11736438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6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7DE046AF-C423-A3EB-9935-3281B625C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1371313"/>
            <a:ext cx="11393490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48859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393BE7283067145B7EC97991DD9118D" ma:contentTypeVersion="0" ma:contentTypeDescription="Utwórz nowy dokument." ma:contentTypeScope="" ma:versionID="673b135cc86b656e5a964b4abf0bea7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599c7a2fdca1aa3d726ea022ee4c6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B42DFC9-3073-4871-B411-5FE4709BA09D}"/>
</file>

<file path=customXml/itemProps2.xml><?xml version="1.0" encoding="utf-8"?>
<ds:datastoreItem xmlns:ds="http://schemas.openxmlformats.org/officeDocument/2006/customXml" ds:itemID="{8A0FAF05-BE51-44B6-A784-8F690268D5C1}"/>
</file>

<file path=customXml/itemProps3.xml><?xml version="1.0" encoding="utf-8"?>
<ds:datastoreItem xmlns:ds="http://schemas.openxmlformats.org/officeDocument/2006/customXml" ds:itemID="{26A1EE18-2185-4A3F-BE80-32AA71A25449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</Words>
  <Application>Microsoft Office PowerPoint</Application>
  <PresentationFormat>Panoramiczny</PresentationFormat>
  <Paragraphs>2</Paragraphs>
  <Slides>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Urszula Błaszczak</dc:creator>
  <cp:lastModifiedBy>Urszula Błaszczak</cp:lastModifiedBy>
  <cp:revision>2</cp:revision>
  <dcterms:created xsi:type="dcterms:W3CDTF">2024-06-15T07:47:41Z</dcterms:created>
  <dcterms:modified xsi:type="dcterms:W3CDTF">2024-06-15T07:56:54Z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0x010100A393BE7283067145B7EC97991DD9118D</vt:lpwstr>
  </property>
</Properties>
</file>